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"/>
          <p:cNvSpPr>
            <a:spLocks noGrp="1"/>
          </p:cNvSpPr>
          <p:nvPr>
            <p:ph type="title" hasCustomPrompt="1"/>
          </p:nvPr>
        </p:nvSpPr>
        <p:spPr>
          <a:xfrm>
            <a:off x="762000" y="827532"/>
            <a:ext cx="10668000" cy="56167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t">
            <a:normAutofit/>
          </a:bodyPr>
          <a:lstStyle>
            <a:lvl1pPr marL="0" indent="0" algn="l" eaLnBrk="1" latinLnBrk="0" hangingPunc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3000" b="1" kern="0" spc="-60">
                <a:solidFill>
                  <a:srgbClr val="111A2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r>
              <a:rPr lang="ko-KR" altLang="en-US"/>
              <a:t>제목을 입력하세요</a:t>
            </a:r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smtClean="0" altLang="en-US"/>
              <a:t>마스터 제목 스타일 편집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smtClean="0" altLang="en-US"/>
              <a:t>마스터 텍스트 스타일을 편집합니다</a:t>
            </a:r>
          </a:p>
          <a:p>
            <a:pPr lvl="1"/>
            <a:r>
              <a:rPr lang="ko-KR" smtClean="0" altLang="en-US"/>
              <a:t>둘째 수준</a:t>
            </a:r>
          </a:p>
          <a:p>
            <a:pPr lvl="2"/>
            <a:r>
              <a:rPr lang="ko-KR" smtClean="0" altLang="en-US"/>
              <a:t>셋째 수준</a:t>
            </a:r>
          </a:p>
          <a:p>
            <a:pPr lvl="3"/>
            <a:r>
              <a:rPr lang="ko-KR" smtClean="0" altLang="en-US"/>
              <a:t>넷째 수준</a:t>
            </a:r>
          </a:p>
          <a:p>
            <a:pPr lvl="4"/>
            <a:r>
              <a:rPr lang="ko-KR" smtClean="0" altLang="en-US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: 계약 테스트"/>
          <p:cNvSpPr txBox="1"/>
          <p:nvPr/>
        </p:nvSpPr>
        <p:spPr>
          <a:xfrm>
            <a:off x="762000" y="533457"/>
            <a:ext cx="10668000" cy="19994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t">
            <a:normAutofit/>
          </a:bodyPr>
          <a:lstStyle/>
          <a:p>
            <a:pPr marL="0" indent="0" algn="l" eaLnBrk="1" latinLnBrk="0" hangingPunct="0">
              <a:lnSpc>
                <a:spcPct val="119000"/>
              </a:lnSpc>
              <a:buNone/>
            </a:pPr>
            <a:r>
              <a:rPr lang="ko-KR" altLang="en-US" sz="1050" b="1" kern="0" spc="63" dirty="0">
                <a:solidFill>
                  <a:srgbClr val="2A52D9"/>
                </a:solidFill>
                <a:latin typeface="맑은 고딕"/>
                <a:ea typeface="맑은 고딕"/>
                <a:cs typeface="맑은 고딕"/>
              </a:rPr>
              <a:t>계약 테스트</a:t>
            </a:r>
            <a:endParaRPr lang="ko-KR" altLang="en-US" sz="1050" b="1" kern="0" dirty="0">
              <a:solidFill>
                <a:srgbClr val="2A52D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제목: 미리보기 계약 확인"/>
          <p:cNvSpPr>
            <a:spLocks noGrp="1"/>
          </p:cNvSpPr>
          <p:nvPr>
            <p:ph type="title"/>
          </p:nvPr>
        </p:nvSpPr>
        <p:spPr>
          <a:xfrm>
            <a:off x="762000" y="827532"/>
            <a:ext cx="10668000" cy="56167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t">
            <a:normAutofit/>
          </a:bodyPr>
          <a:lstStyle/>
          <a:p>
            <a:pPr marL="0" indent="0" algn="l" eaLnBrk="1" latinLnBrk="0" hangingPunc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kern="0" spc="-60" dirty="0">
                <a:solidFill>
                  <a:srgbClr val="111A2E"/>
                </a:solidFill>
                <a:latin typeface="맑은 고딕"/>
                <a:ea typeface="맑은 고딕"/>
                <a:cs typeface="맑은 고딕"/>
              </a:rPr>
              <a:t>미리보기 계약 확인</a:t>
            </a:r>
            <a:endParaRPr lang="ko-KR" altLang="en-US" sz="3000" b="1" kern="0" dirty="0">
              <a:solidFill>
                <a:srgbClr val="111A2E"/>
              </a:solidFill>
              <a:latin typeface="맑은 고딕"/>
              <a:ea typeface="맑은 고딕"/>
              <a:cs typeface="맑은 고딕"/>
            </a:endParaRPr>
          </a:p>
        </p:txBody>
      </p:sp>
      <p:grpSp>
        <p:nvGrpSpPr>
          <p:cNvPr id="6" name="card 그룹"/>
          <p:cNvGrpSpPr/>
          <p:nvPr/>
        </p:nvGrpSpPr>
        <p:grpSpPr>
          <a:xfrm>
            <a:off x="762000" y="2590800"/>
            <a:ext cx="10668000" cy="876300"/>
            <a:chOff x="762000" y="2590800"/>
            <a:chExt cx="10668000" cy="876300"/>
          </a:xfrm>
        </p:grpSpPr>
        <p:sp>
          <p:nvSpPr>
            <p:cNvPr id="4" name="card 배경" descr="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2000" y="2590800"/>
              <a:ext cx="10668000" cy="87630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ctr" rotWithShape="0">
                <a:srgbClr val="111A2E">
                  <a:alpha val="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p: 이 한 장짜리 덱은 서버의 미리보기 로더가 변환기…"/>
            <p:cNvSpPr txBox="1"/>
            <p:nvPr/>
          </p:nvSpPr>
          <p:spPr>
            <a:xfrm>
              <a:off x="1066800" y="2895028"/>
              <a:ext cx="10058400" cy="2808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 eaLnBrk="1" latinLnBrk="0" hangingPunct="0">
                <a:lnSpc>
                  <a:spcPct val="130000"/>
                </a:lnSpc>
                <a:buNone/>
              </a:pPr>
              <a:r>
                <a:rPr lang="ko-KR" altLang="en-US" sz="1350" b="0" kern="0" dirty="0">
                  <a:solidFill>
                    <a:srgbClr val="111A2E"/>
                  </a:solidFill>
                  <a:latin typeface="맑은 고딕"/>
                  <a:ea typeface="맑은 고딕"/>
                  <a:cs typeface="맑은 고딕"/>
                </a:rPr>
                <a:t>이 한 장짜리 덱은 서버의 미리보기 로더가 변환기 산출물을 받아들이는지 확인하는 테스트 픽스처입니다.</a:t>
              </a:r>
              <a:endParaRPr lang="ko-KR" altLang="en-US" sz="1350" b="0" kern="0" dirty="0">
                <a:solidFill>
                  <a:srgbClr val="111A2E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미리보기 계약 확인">
  <a:themeElements>
    <a:clrScheme name="미리보기 계약 확인">
      <a:dk1>
        <a:srgbClr val="111A2E"/>
      </a:dk1>
      <a:lt1>
        <a:srgbClr val="FFFFFF"/>
      </a:lt1>
      <a:dk2>
        <a:srgbClr val="0F1D4A"/>
      </a:dk2>
      <a:lt2>
        <a:srgbClr val="F4F6FA"/>
      </a:lt2>
      <a:accent1>
        <a:srgbClr val="2A52D9"/>
      </a:accent1>
      <a:accent2>
        <a:srgbClr val="FF8A3D"/>
      </a:accent2>
      <a:accent3>
        <a:srgbClr val="0B7A47"/>
      </a:accent3>
      <a:accent4>
        <a:srgbClr val="C8322D"/>
      </a:accent4>
      <a:accent5>
        <a:srgbClr val="A3B6FA"/>
      </a:accent5>
      <a:accent6>
        <a:srgbClr val="8A94A6"/>
      </a:accent6>
      <a:hlink>
        <a:srgbClr val="1F3DA6"/>
      </a:hlink>
      <a:folHlink>
        <a:srgbClr val="4A5568"/>
      </a:folHlink>
    </a:clrScheme>
    <a:fontScheme name="미리보기 계약 확인">
      <a:majorFont>
        <a:latin typeface="맑은 고딕"/>
        <a:ea typeface="맑은 고딕"/>
        <a:cs typeface="맑은 고딕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맑은 고딕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Noah Almighty</Application>
  <PresentationFormat>Widescreen</PresentationFormat>
  <Paragraphs>3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미리보기 계약 확인</vt:lpstr>
      <vt:lpstr>미리보기 계약 확인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미리보기 계약 확인</dc:title>
  <dc:subject/>
  <dc:creator>Noah Almighty</dc:creator>
  <cp:keywords/>
  <dc:description/>
  <cp:lastModifiedBy>Noah Almighty</cp:lastModifiedBy>
  <cp:revision>1</cp:revision>
  <dcterms:created xsi:type="dcterms:W3CDTF">2026-09-26T05:53:36Z</dcterms:created>
  <dcterms:modified xsi:type="dcterms:W3CDTF">2026-09-26T05:53:36Z</dcterms:modified>
  <cp:category/>
</cp:coreProperties>
</file>